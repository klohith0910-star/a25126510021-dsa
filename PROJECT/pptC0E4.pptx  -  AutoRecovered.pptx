
<file path=[Content_Types].xml><?xml version="1.0" encoding="utf-8"?>
<Types xmlns="http://schemas.openxmlformats.org/package/2006/content-types">
  <Default Extension="jpeg" ContentType="image/jpeg"/>
  <Default Extension="org&amp;utm_campaign=index&amp;utm_content=original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95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F295-02D1-FB77-553C-59DD992E7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BB8D7-2116-6E58-1BDD-4A93089E4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64D9B-4780-CADF-806E-24C3F174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3BB56-FFDD-710C-E530-5F1A543D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13D88-32EC-2BBE-D19D-6CD37BD4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65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895B-F527-AF9A-009A-EFC7387C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6A25D-4E6F-4044-015B-3B3DDCFEC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0FC54-52EA-E61F-C419-0ECDC51E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DB2EC-5850-A512-8669-3715FA1B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4D3C3-0D73-C2A4-EDE8-8FE9914F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43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4779-0CE8-01AE-28AB-A64D3CBF0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59A9E-4771-89FB-F2B7-1F7FA06F7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3BDC2-1DA8-A368-CD2B-C412FED6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74D01-9304-F340-6910-2B74B9CF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C7858-B9BE-494F-7932-61C347E9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59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3AB4-B82B-9B67-21D9-4127BC30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0A667-7F86-A330-EE00-33CD9C5F4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7D5C4-8263-E777-B94E-877974A92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C1CB7-6D4E-795B-2068-71B5A867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EC602-A3FE-8502-3C76-023A77F89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C137D-E0F9-2C22-2BDC-C40B493D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28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05DB-E18D-F24D-CF53-1D2C8678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22C0B-D22A-710C-500B-2D513A699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5B340-87AD-930F-C171-B56A1E14A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7FEF5-1617-7400-0DC0-A55579D68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4E358-57D6-991B-6D57-6436FF676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8D57F-9AE2-9436-00CD-9E69BA56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C1A0C-E34C-6F0E-9A82-01362187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AE148-512B-9A70-142B-17BEC1405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67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8E9D-297D-3014-83A4-41425440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B155D-AFD0-5C89-803D-FD869386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8502B-06B9-90E3-007A-508346F8E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937AC-ACF3-FE14-E57A-30E86B50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54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2E2B0-F2D7-B8FE-2803-62738B4A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03BA90-47FB-DBB0-79F7-EA7968A6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2B55-5880-4D8C-7489-55507082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16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7C32-3833-CCBC-1674-850FEB58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03056-18AC-62D2-4878-7D355A23E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25223-364A-711C-F49B-CC180BB27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12F6E-561C-EE08-1D79-0677D6EF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8459B-C048-EDF5-1781-04FC7771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C268F-7123-9EA7-8CDE-997EE9E5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1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9D186-13E7-8EA0-FC8E-B4641267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CC268-01C2-54EF-C45C-80846614BB2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952D1-2A23-92C3-6C0F-FC0D9D938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FEAA8-ED22-A09E-5F45-F6BEA1F5A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8811D-8D3F-D938-B3E7-B419942AD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2D9EE-F2DB-6FA0-EDC0-2682472B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711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9822-5096-2358-AA37-5F41D4B9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68920-90CC-9B90-00E1-52708C3D3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45E29-60B3-2A8F-22A5-07F8687E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F8222-2357-7640-A912-0A798DEF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265A0-DC55-4361-E179-9A679F98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61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00873-F44B-75B1-D9E0-937501FB5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CC120-780F-A23B-58E8-99A608CCC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3A420-ABA4-4F96-6B7B-51A234E0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1E4A8-806A-EDF2-51DB-85A999A4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18B99-5F9D-9FD3-2FE5-7E747B9F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236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02438-9B51-A6F7-BBE3-344CC7B8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E9D82-018E-E948-5F6A-69E7BFF29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38F9C-063E-2D9C-8F81-7EA9CCDEB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45EC9-F4BE-4E4A-91F5-A21F15E2375E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8AB8D-CBC9-9B28-0188-70D7FC1E5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0CE4-3E8D-6D74-9FF5-986E2A624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4AFCC-D332-4E90-9A55-D57428C76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07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org&amp;utm_campaign=index&amp;utm_content=origi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ile:Anits logo.jpg - Wikipedia">
            <a:extLst>
              <a:ext uri="{FF2B5EF4-FFF2-40B4-BE49-F238E27FC236}">
                <a16:creationId xmlns:a16="http://schemas.microsoft.com/office/drawing/2014/main" id="{930D2618-F761-62E9-2EB3-BF3902F27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507" y="85237"/>
            <a:ext cx="598304" cy="5416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DBC906-3C93-A836-AEEB-7ED70452C911}"/>
              </a:ext>
            </a:extLst>
          </p:cNvPr>
          <p:cNvSpPr txBox="1"/>
          <p:nvPr/>
        </p:nvSpPr>
        <p:spPr>
          <a:xfrm>
            <a:off x="3221306" y="3795623"/>
            <a:ext cx="62274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</a:t>
            </a:r>
            <a:r>
              <a:rPr lang="en-IN" dirty="0">
                <a:latin typeface="Arial Black" panose="020B0A04020102020204" pitchFamily="34" charset="0"/>
              </a:rPr>
              <a:t>TEAM  MEMBERS</a:t>
            </a:r>
          </a:p>
          <a:p>
            <a:endParaRPr lang="en-IN" dirty="0">
              <a:latin typeface="Arial Black" panose="020B0A04020102020204" pitchFamily="34" charset="0"/>
            </a:endParaRPr>
          </a:p>
          <a:p>
            <a:endParaRPr lang="en-IN" sz="1200" dirty="0">
              <a:latin typeface="Arial Black" panose="020B0A04020102020204" pitchFamily="34" charset="0"/>
            </a:endParaRPr>
          </a:p>
          <a:p>
            <a:r>
              <a:rPr lang="en-IN" sz="1200" dirty="0">
                <a:latin typeface="Arial Black" panose="020B0A04020102020204" pitchFamily="34" charset="0"/>
              </a:rPr>
              <a:t>          A25126510015               GORLE HARSHA VARDHAN</a:t>
            </a:r>
          </a:p>
          <a:p>
            <a:r>
              <a:rPr lang="en-IN" sz="1200" dirty="0">
                <a:latin typeface="Arial Black" panose="020B0A04020102020204" pitchFamily="34" charset="0"/>
              </a:rPr>
              <a:t>        </a:t>
            </a:r>
          </a:p>
          <a:p>
            <a:r>
              <a:rPr lang="en-IN" sz="1200" dirty="0">
                <a:latin typeface="Arial Black" panose="020B0A04020102020204" pitchFamily="34" charset="0"/>
              </a:rPr>
              <a:t>          A25126510021               KANDUKURI LOHITH</a:t>
            </a:r>
          </a:p>
          <a:p>
            <a:endParaRPr lang="en-IN" sz="1200" dirty="0">
              <a:latin typeface="Arial Black" panose="020B0A04020102020204" pitchFamily="34" charset="0"/>
            </a:endParaRPr>
          </a:p>
          <a:p>
            <a:r>
              <a:rPr lang="en-IN" sz="1200" dirty="0">
                <a:latin typeface="Arial Black" panose="020B0A04020102020204" pitchFamily="34" charset="0"/>
              </a:rPr>
              <a:t>          A25126510044               RAYUDU HARSHA</a:t>
            </a:r>
          </a:p>
          <a:p>
            <a:r>
              <a:rPr lang="en-IN" sz="1200" dirty="0">
                <a:latin typeface="Arial Black" panose="020B0A04020102020204" pitchFamily="34" charset="0"/>
              </a:rPr>
              <a:t>                                                             VARDHANA  GANESH</a:t>
            </a:r>
          </a:p>
          <a:p>
            <a:endParaRPr lang="en-IN" sz="1200" dirty="0">
              <a:latin typeface="Arial Black" panose="020B0A04020102020204" pitchFamily="34" charset="0"/>
            </a:endParaRPr>
          </a:p>
          <a:p>
            <a:r>
              <a:rPr lang="en-IN" sz="1200" dirty="0">
                <a:latin typeface="Arial Black" panose="020B0A04020102020204" pitchFamily="34" charset="0"/>
              </a:rPr>
              <a:t>          A25126510051               SIRASAPALLI BHAVAN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ABACAC-8C52-362F-E7A2-600198016CBF}"/>
              </a:ext>
            </a:extLst>
          </p:cNvPr>
          <p:cNvSpPr txBox="1"/>
          <p:nvPr/>
        </p:nvSpPr>
        <p:spPr>
          <a:xfrm>
            <a:off x="1836036" y="1487299"/>
            <a:ext cx="11586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Arial Black" panose="020B0A04020102020204" pitchFamily="34" charset="0"/>
              </a:rPr>
              <a:t>STUDENT RECORD</a:t>
            </a:r>
          </a:p>
          <a:p>
            <a:r>
              <a:rPr lang="en-IN" sz="4800" dirty="0">
                <a:latin typeface="Arial Black" panose="020B0A04020102020204" pitchFamily="34" charset="0"/>
              </a:rPr>
              <a:t>   MANAGEMENT SYSTEM</a:t>
            </a:r>
          </a:p>
          <a:p>
            <a:r>
              <a:rPr lang="en-IN" sz="4800" dirty="0">
                <a:latin typeface="Arial Black" panose="020B0A04020102020204" pitchFamily="34" charset="0"/>
              </a:rPr>
              <a:t>                              </a:t>
            </a:r>
            <a:r>
              <a:rPr lang="en-IN" sz="2400" dirty="0">
                <a:latin typeface="Arial Black" panose="020B0A04020102020204" pitchFamily="34" charset="0"/>
              </a:rPr>
              <a:t>(USING LINKEDLIST)</a:t>
            </a:r>
            <a:endParaRPr lang="en-IN" sz="4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38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479F3-5C21-4FB8-C322-A52D3C74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971516-60F9-CF8A-11FF-56D38126B35D}"/>
              </a:ext>
            </a:extLst>
          </p:cNvPr>
          <p:cNvSpPr txBox="1"/>
          <p:nvPr/>
        </p:nvSpPr>
        <p:spPr>
          <a:xfrm>
            <a:off x="403225" y="1720850"/>
            <a:ext cx="111442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Managing student records manually can be time-consuming and difficult, especially when the number of students increases.</a:t>
            </a:r>
          </a:p>
          <a:p>
            <a:r>
              <a:rPr lang="en-US" sz="2400" dirty="0"/>
              <a:t> A system is required to efficiently store, manage, search, update, and delete student information without using a fixed-size data structure.</a:t>
            </a:r>
          </a:p>
          <a:p>
            <a:endParaRPr lang="en-US" sz="2400" dirty="0"/>
          </a:p>
          <a:p>
            <a:r>
              <a:rPr lang="en-US" sz="2400" dirty="0"/>
              <a:t>The Student Record Management System aims to develop a menu-driven application using a singly linked list in C. Each student record will contain details such as Roll Number, Name, and Marks.</a:t>
            </a:r>
          </a:p>
          <a:p>
            <a:r>
              <a:rPr lang="en-US" sz="2400" dirty="0"/>
              <a:t> The linked list allows student records to be dynamically added or removed during program execution without requiring a fixed amount of memory in advance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060168-CAFB-5A7A-B316-4AAD8300D94A}"/>
              </a:ext>
            </a:extLst>
          </p:cNvPr>
          <p:cNvSpPr/>
          <p:nvPr/>
        </p:nvSpPr>
        <p:spPr>
          <a:xfrm>
            <a:off x="0" y="0"/>
            <a:ext cx="12261850" cy="113665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984F4-212B-E23B-C391-36D82929FECF}"/>
              </a:ext>
            </a:extLst>
          </p:cNvPr>
          <p:cNvSpPr txBox="1"/>
          <p:nvPr/>
        </p:nvSpPr>
        <p:spPr>
          <a:xfrm>
            <a:off x="292100" y="183604"/>
            <a:ext cx="5803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PROBLEM  STATEMENT</a:t>
            </a:r>
          </a:p>
        </p:txBody>
      </p:sp>
    </p:spTree>
    <p:extLst>
      <p:ext uri="{BB962C8B-B14F-4D97-AF65-F5344CB8AC3E}">
        <p14:creationId xmlns:p14="http://schemas.microsoft.com/office/powerpoint/2010/main" val="349685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4B4F1-C262-AD69-5470-FC4C1AD6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E7A9D-8BF7-84D5-927F-305B1B5C7AC6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98CE6-443F-572B-0DF2-F4C6225C3EDF}"/>
              </a:ext>
            </a:extLst>
          </p:cNvPr>
          <p:cNvSpPr txBox="1"/>
          <p:nvPr/>
        </p:nvSpPr>
        <p:spPr>
          <a:xfrm>
            <a:off x="412750" y="129629"/>
            <a:ext cx="37163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1CBA9-7135-CFB7-8C0E-3B0765552602}"/>
              </a:ext>
            </a:extLst>
          </p:cNvPr>
          <p:cNvSpPr txBox="1"/>
          <p:nvPr/>
        </p:nvSpPr>
        <p:spPr>
          <a:xfrm>
            <a:off x="298450" y="1158329"/>
            <a:ext cx="11709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dirty="0"/>
              <a:t>→ Develop a Student Record Management System using a singly linked list in C.</a:t>
            </a:r>
          </a:p>
          <a:p>
            <a:endParaRPr lang="en-US" sz="2400" dirty="0"/>
          </a:p>
          <a:p>
            <a:r>
              <a:rPr lang="en-US" sz="2400" dirty="0"/>
              <a:t>→ Store student details dynamically using structures and dynamic memory allocation.</a:t>
            </a:r>
          </a:p>
          <a:p>
            <a:endParaRPr lang="en-US" sz="2400" dirty="0"/>
          </a:p>
          <a:p>
            <a:r>
              <a:rPr lang="en-US" sz="2400" dirty="0"/>
              <a:t>→ Provide functionality to add new student records efficiently.</a:t>
            </a:r>
          </a:p>
          <a:p>
            <a:endParaRPr lang="en-US" sz="2400" dirty="0"/>
          </a:p>
          <a:p>
            <a:r>
              <a:rPr lang="en-US" sz="2400" dirty="0"/>
              <a:t>→ Enable users to search and update student records using the roll number.</a:t>
            </a:r>
          </a:p>
          <a:p>
            <a:endParaRPr lang="en-US" sz="2400" dirty="0"/>
          </a:p>
          <a:p>
            <a:r>
              <a:rPr lang="en-US" sz="2400" dirty="0"/>
              <a:t>→ Allow users to delete and display student records easily.</a:t>
            </a:r>
          </a:p>
          <a:p>
            <a:endParaRPr lang="en-US" sz="2400" dirty="0"/>
          </a:p>
          <a:p>
            <a:r>
              <a:rPr lang="en-US" sz="2400" dirty="0"/>
              <a:t>→ Demonstrate the practical use of pointers, linked lists, insertion, deletion, searching, and traversal in a real-world application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631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694C-D0FF-5282-1771-D0088660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8B3D8E-4FA2-5BE1-B2B2-9EFB9FAC393E}"/>
              </a:ext>
            </a:extLst>
          </p:cNvPr>
          <p:cNvSpPr/>
          <p:nvPr/>
        </p:nvSpPr>
        <p:spPr>
          <a:xfrm>
            <a:off x="0" y="0"/>
            <a:ext cx="12192000" cy="965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53222-9B24-8786-53F9-A1B221B5E4EC}"/>
              </a:ext>
            </a:extLst>
          </p:cNvPr>
          <p:cNvSpPr txBox="1"/>
          <p:nvPr/>
        </p:nvSpPr>
        <p:spPr>
          <a:xfrm>
            <a:off x="144235" y="965199"/>
            <a:ext cx="115697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000" dirty="0"/>
              <a:t>→ Add Student – Add new student records with roll number, name, and marks.</a:t>
            </a:r>
          </a:p>
          <a:p>
            <a:endParaRPr lang="en-US" sz="2000" dirty="0"/>
          </a:p>
          <a:p>
            <a:r>
              <a:rPr lang="en-US" sz="2000" dirty="0"/>
              <a:t>→ Display Records – View all student records stored in the linked list.</a:t>
            </a:r>
          </a:p>
          <a:p>
            <a:endParaRPr lang="en-US" sz="2000" dirty="0"/>
          </a:p>
          <a:p>
            <a:r>
              <a:rPr lang="en-US" sz="2000" dirty="0"/>
              <a:t>→ Search Student – Find a student quickly using their roll number.</a:t>
            </a:r>
          </a:p>
          <a:p>
            <a:endParaRPr lang="en-US" sz="2000" dirty="0"/>
          </a:p>
          <a:p>
            <a:r>
              <a:rPr lang="en-US" sz="2000" dirty="0"/>
              <a:t>→ Update Student – Modify the name or marks of an existing student.</a:t>
            </a:r>
          </a:p>
          <a:p>
            <a:endParaRPr lang="en-US" sz="2000" dirty="0"/>
          </a:p>
          <a:p>
            <a:r>
              <a:rPr lang="en-US" sz="2000" dirty="0"/>
              <a:t>→ Delete Student – Remove a student record from the system</a:t>
            </a:r>
          </a:p>
          <a:p>
            <a:r>
              <a:rPr lang="en-US" sz="2000" dirty="0"/>
              <a:t>.</a:t>
            </a:r>
          </a:p>
          <a:p>
            <a:r>
              <a:rPr lang="en-US" sz="2000" dirty="0"/>
              <a:t>→ Dynamic Memory Allocation – Allocate memory dynamically as new student records are added.</a:t>
            </a:r>
          </a:p>
          <a:p>
            <a:endParaRPr lang="en-US" sz="2000" dirty="0"/>
          </a:p>
          <a:p>
            <a:r>
              <a:rPr lang="en-US" sz="2000" dirty="0"/>
              <a:t>→ Linked List Implementation – Manage records using nodes and pointers instead of a fixed-size array.</a:t>
            </a:r>
          </a:p>
          <a:p>
            <a:endParaRPr lang="en-US" sz="2400" dirty="0"/>
          </a:p>
          <a:p>
            <a:r>
              <a:rPr lang="en-US" sz="2000" dirty="0"/>
              <a:t>→ Duplicate Roll Number Handling – Prevent multiple records from being created with the same roll number.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F34FC-4B6A-27E4-3AF9-6E8666E49773}"/>
              </a:ext>
            </a:extLst>
          </p:cNvPr>
          <p:cNvSpPr txBox="1"/>
          <p:nvPr/>
        </p:nvSpPr>
        <p:spPr>
          <a:xfrm>
            <a:off x="354692" y="134978"/>
            <a:ext cx="737325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FEATURES OF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570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F303F-740D-CDED-958A-7642F272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60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AE6F-D260-F631-07EF-FAA9534D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209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09C9-2A52-6859-319A-39EBE7BB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12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52B41-3A65-ECBE-7D76-19C7616D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4A4E81-B26B-0058-6D4D-6848B736F24A}"/>
              </a:ext>
            </a:extLst>
          </p:cNvPr>
          <p:cNvSpPr txBox="1"/>
          <p:nvPr/>
        </p:nvSpPr>
        <p:spPr>
          <a:xfrm>
            <a:off x="5434642" y="1564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9D0DE-4AFE-98F4-47E7-D99BCB226C5F}"/>
              </a:ext>
            </a:extLst>
          </p:cNvPr>
          <p:cNvSpPr txBox="1"/>
          <p:nvPr/>
        </p:nvSpPr>
        <p:spPr>
          <a:xfrm>
            <a:off x="5587042" y="1716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6F37F1-3A1C-8797-18FA-5617CD4411A9}"/>
              </a:ext>
            </a:extLst>
          </p:cNvPr>
          <p:cNvSpPr txBox="1"/>
          <p:nvPr/>
        </p:nvSpPr>
        <p:spPr>
          <a:xfrm>
            <a:off x="310553" y="769709"/>
            <a:ext cx="111395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2400" dirty="0"/>
              <a:t> The Student Record Management System using Linked List provides a simple and efficient way to store, manage, and display student records.</a:t>
            </a:r>
          </a:p>
          <a:p>
            <a:endParaRPr lang="en-US" sz="2400" dirty="0"/>
          </a:p>
          <a:p>
            <a:r>
              <a:rPr lang="en-US" sz="2400" dirty="0"/>
              <a:t>  By using a linked list in C, the system allows dynamic memory allocation and makes it easier to add and display student details. </a:t>
            </a:r>
          </a:p>
          <a:p>
            <a:endParaRPr lang="en-US" sz="2400" dirty="0"/>
          </a:p>
          <a:p>
            <a:r>
              <a:rPr lang="en-US" sz="2400" dirty="0"/>
              <a:t> This project helps us understand important concepts such as structures, pointers, dynamic memory allocation, and linked list operations. </a:t>
            </a:r>
          </a:p>
          <a:p>
            <a:endParaRPr lang="en-US" sz="2400" dirty="0"/>
          </a:p>
          <a:p>
            <a:r>
              <a:rPr lang="en-US" sz="2400" dirty="0"/>
              <a:t> Overall, it reduces manual effort and provides a foundation for developing more advanced student management systems in the future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9302C-DE62-E6E9-C0C1-D5DA943EA4F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E535AF-8D37-8954-E04A-0A89AEA9F738}"/>
              </a:ext>
            </a:extLst>
          </p:cNvPr>
          <p:cNvSpPr txBox="1"/>
          <p:nvPr/>
        </p:nvSpPr>
        <p:spPr>
          <a:xfrm>
            <a:off x="143773" y="127706"/>
            <a:ext cx="44003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5830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33E7-9D67-C972-121F-15E35451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3DF3F4-4250-3087-BD9E-0F50E077C1D5}"/>
              </a:ext>
            </a:extLst>
          </p:cNvPr>
          <p:cNvSpPr txBox="1"/>
          <p:nvPr/>
        </p:nvSpPr>
        <p:spPr>
          <a:xfrm>
            <a:off x="2012830" y="2829465"/>
            <a:ext cx="70736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82061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451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Bahnschrift SemiBold</vt:lpstr>
      <vt:lpstr>Bahnschrift SemiBold SemiConden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Lohith K</dc:creator>
  <cp:lastModifiedBy>Lohith K</cp:lastModifiedBy>
  <cp:revision>8</cp:revision>
  <dcterms:created xsi:type="dcterms:W3CDTF">2026-10-02T09:12:28Z</dcterms:created>
  <dcterms:modified xsi:type="dcterms:W3CDTF">2026-10-06T17:10:57Z</dcterms:modified>
</cp:coreProperties>
</file>